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7A844-4A91-5B53-0323-E7D0681AD9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DCD7E-6706-0104-66DB-219BDD415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0D5D2-FE5D-257B-46E2-372664F6B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C2F9B-A017-4A2D-8B70-4AFED046E84D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2B3CD-E591-FBAD-1F76-E2842545B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57C10-7B65-9DB8-5421-E0596BC12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6ADE-3AD4-461E-8575-9C2ECA118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239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47D19-0127-A456-A7F7-3A530DA50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96BDE-8132-7DAC-6659-833C02B28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B0C56-820A-47C7-244F-A783D60E7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C2F9B-A017-4A2D-8B70-4AFED046E84D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DC4F5-D15E-FF07-07F3-3C5461A24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2B38B-3B8C-C74F-19C5-48CB1B472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6ADE-3AD4-461E-8575-9C2ECA118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656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4F98A-5256-DB73-FD96-27F4AA377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9551AF-A12B-B4F5-B1DD-08D2CBFF4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55F2D-3D14-76B7-77D4-F5B6C330D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C2F9B-A017-4A2D-8B70-4AFED046E84D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21F4-0813-E070-D7B8-C472A611D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81D35-F227-A8D4-9664-F27F9B400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6ADE-3AD4-461E-8575-9C2ECA118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834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8B86E-F5FA-5536-4B5C-F50D6ACAC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AD3B1-6918-5E03-0A5D-DE51FA829F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92E4B0-A8B8-686E-9ABD-7BCB0EBA01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27AC9-732F-590E-A262-EB7E8F7E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C2F9B-A017-4A2D-8B70-4AFED046E84D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17B72C-D2CC-F516-CB83-ED615836B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32C35-00AF-9FDB-04A3-B57CA6F5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6ADE-3AD4-461E-8575-9C2ECA118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169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62783-9BC9-33E8-7399-AD0F81895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DAC2E9-C9B3-DDF7-F660-F2152E18D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BEF96A-BD1C-F41F-72A2-F348BC5B7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F062B3-9FF8-1862-B245-1CDF445B3B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8673F0-141A-48E9-9FC7-4C7FB25DE9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007D4B-C23D-3A30-A43C-146C946BD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C2F9B-A017-4A2D-8B70-4AFED046E84D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953162-0BE2-6B97-9540-7591C5833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920689-C426-F379-E787-585B3CABE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6ADE-3AD4-461E-8575-9C2ECA118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830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31ACC-608E-A048-7EA8-205D1A8D4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E178BD-FDE2-F84F-D522-2EC9CDD16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C2F9B-A017-4A2D-8B70-4AFED046E84D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75F15F-322B-27E2-8B33-B4EBB1F15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91A606-B9D8-3D99-F12F-134CE6894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6ADE-3AD4-461E-8575-9C2ECA118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135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3DD6C7-AD0E-4A1A-5AD8-D8D24E30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C2F9B-A017-4A2D-8B70-4AFED046E84D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6479C6-EEE8-15F8-CE7F-9D026F5A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2E1D0-EACA-C6C8-7780-14A2AAD70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6ADE-3AD4-461E-8575-9C2ECA118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630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0514-281C-F1F8-068C-36230C2F0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8201A-36ED-28E2-00FD-940B2D513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9240D6-2532-8981-A921-BD327F2BC9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DA47C-AB3E-E9C4-A85C-171F7BFF3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C2F9B-A017-4A2D-8B70-4AFED046E84D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03CC60-FDF6-0892-7576-B64D6A064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6513C-B128-7238-26AC-4827B3664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6ADE-3AD4-461E-8575-9C2ECA118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197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B56D9-5D83-FF54-7348-44666893D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8C3523-1320-FE4F-0951-9C603BEC6F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A9A9E5-3F07-6871-3FF2-14F83495B8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D4DA51-ACBE-106F-0DA9-553BB953E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C2F9B-A017-4A2D-8B70-4AFED046E84D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65157-1A0E-888E-8B3C-064E07707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3DF9AB-052B-5B74-5DBD-DE816951C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6ADE-3AD4-461E-8575-9C2ECA118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683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3056B-C5B1-1752-90D2-37E743736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A7CA2-F98A-E9E2-9080-79A07F033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0A44C-4ADA-C1D4-D553-4F1E73561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C2F9B-A017-4A2D-8B70-4AFED046E84D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4031D-2733-733C-3D23-1EA8DC709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757CC-8B3D-A504-4B0E-D40EC72B7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6ADE-3AD4-461E-8575-9C2ECA118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488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2739DC-5273-0392-B045-E171FC0ABF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865259-5854-C044-63AD-8396CC43F6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8C556-270F-1868-043B-C6E7298D8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C2F9B-A017-4A2D-8B70-4AFED046E84D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4DC63-E1D6-A761-6DA9-D9271A2D2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10735-5A92-86A5-B627-F826770BB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6ADE-3AD4-461E-8575-9C2ECA118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921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7085BE-915A-B092-71D6-16F92EEF8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38F347-8A39-512F-795E-CA2AA4075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53B32-B7CE-32C1-F9DB-7BD68B7D4B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4C2F9B-A017-4A2D-8B70-4AFED046E84D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1102F-2157-C280-C70D-0271D81656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0CDA5-61F7-0511-A386-6EAE788028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8B6ADE-3AD4-461E-8575-9C2ECA118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853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A5CA1-5232-98A6-A136-1BBFCC7FA4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73D73-D7BB-55E4-D453-3AC9118863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414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6E1C0-64C2-12B9-47C3-216E9B8A0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C957B7-1672-F3F0-1DBF-7A93F03886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5068" y="102434"/>
            <a:ext cx="10769599" cy="6489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768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Tejas Redkar</dc:creator>
  <cp:lastModifiedBy>Tejas Redkar</cp:lastModifiedBy>
  <cp:revision>1</cp:revision>
  <dcterms:created xsi:type="dcterms:W3CDTF">2026-07-31T22:44:01Z</dcterms:created>
  <dcterms:modified xsi:type="dcterms:W3CDTF">2026-07-31T22:44:48Z</dcterms:modified>
</cp:coreProperties>
</file>